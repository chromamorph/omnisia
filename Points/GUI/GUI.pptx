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493"/>
    <p:restoredTop sz="94665"/>
  </p:normalViewPr>
  <p:slideViewPr>
    <p:cSldViewPr snapToGrid="0">
      <p:cViewPr>
        <p:scale>
          <a:sx n="114" d="100"/>
          <a:sy n="114" d="100"/>
        </p:scale>
        <p:origin x="-14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FE3E-95BB-B151-1C00-337FED7CD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0F355-A0A9-5EE2-B4B9-07CF7FD4A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F8348-3305-A340-9943-72772E9F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FD971-D929-C61E-8A9C-8F1D20C4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FB1CE-5857-A14B-B27C-336A2692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6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9D41-2C77-2039-F2B4-1B1AD56F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C06F4-3908-9D85-6C7F-96238F54A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28465-D7FF-9D33-0B25-785817B8C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A80A4-C95F-897C-1B89-A45A69E1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F47FB-31C2-BC35-FF22-CB23A0DC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8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63345-9D18-D3C1-A9AF-310F88A2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6A1CB-B353-0186-2CE2-666120069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48C47-8074-4713-9848-0E7AB29C8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60431-C6C0-9410-D6C1-BEFEAC19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D2110-AFBE-0039-73DA-FBC7E413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1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759C3-5074-3F68-30ED-0CAB05A3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E5165-B6CE-0562-2387-ECA1A54AE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43CAD-F512-CE1F-CDBA-B710BA890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93380-1F17-9AB4-D7C7-7B6ACC63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0C7CD-17CF-784E-DB4C-E130DA2F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B36FC-F214-B0A5-DA85-45916341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F73E-DE23-AF19-83E4-3E3258DA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889AE-651A-20F2-A07B-C9A933488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0F4F7-95D1-2EDE-7FE8-C002F2D06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C6B24-ED04-E1EE-AB18-46BA4DB42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094D7-8A9B-D168-2C47-32B710253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8D64C-7923-F4E7-4838-AED8308B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98DC77-2919-5C5B-3DCD-D09B26B9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5B63E-4C82-83E5-1059-6D47DA5B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0D77-B991-672D-5353-606D2696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36432-F434-C9C3-BFD0-F76CE8C9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51F62-8B31-3EAB-F0ED-26160492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C6D07-4A68-E4D6-F199-2BC0E6E7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3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4EBAF-F313-4DBC-2802-E4FADBFB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779656-E099-B0DB-EDFE-F5FAB645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ABC30-AA9C-5AFC-B86A-D1A37DD1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32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9E89-B742-7424-FEE6-19CC8D11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639A3-2161-1140-4D21-E21ABD214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6FC3E-4B6B-1F28-0B66-BFAB7B8C8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9B217-B477-E270-047E-739CDB39F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CBE0C-B634-3295-7D6A-B308F89B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B96FE-90DA-D1C0-A7FA-D8E5CB6D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15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2F1F-88CF-1C99-C01D-B731D44E9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8BF6E6-CEC4-0CF3-68A1-77699481B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CDAB9-823F-3ED0-6DE3-056241183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DB0BA-B504-1114-057A-15440147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B345B-AC9B-A557-9A50-E040CF7A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A5531-9841-10C3-C7BC-41063E51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1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6F8F-C0FB-E850-F4BE-53DE0719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0B8CE-A712-270A-433B-05ED8FCD5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D5E70-8B67-4D8A-5C02-5EAAC431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AD52E-A2C3-2C1B-97D4-795B42C6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2C761-6A23-0F43-7D93-C937F0B94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19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6A61E-E255-CFC8-AA8E-35BE46896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4B32F-5121-2F19-1710-6E5324111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B9F24-290B-CF53-F2BA-DB8313F3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AD06C-9433-5BB5-8B16-FFBEA6D2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E261A-33BB-C967-8931-9607BD52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3141D-DD16-F2DA-F713-ECFAA880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ECCD9-771E-68E6-5674-2B23443B5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AFDF-BBB3-ABB0-07F9-24E85A17C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DA3C0B-19B6-0348-84E2-8EE33FEACBB1}" type="datetimeFigureOut"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6B4E0-2F49-996C-DD21-0A19E2BE2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17FB7-DF4F-F677-97D6-1BEFA5BCC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2D97F-603C-2145-A0A1-1BAFD76E46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5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75C3FE-A0DB-2922-9424-E1B57ADD0657}"/>
              </a:ext>
            </a:extLst>
          </p:cNvPr>
          <p:cNvSpPr txBox="1"/>
          <p:nvPr/>
        </p:nvSpPr>
        <p:spPr>
          <a:xfrm>
            <a:off x="677333" y="931333"/>
            <a:ext cx="1733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Basic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C30F7-8765-99E6-6D32-6D34786C30AE}"/>
              </a:ext>
            </a:extLst>
          </p:cNvPr>
          <p:cNvSpPr txBox="1"/>
          <p:nvPr/>
        </p:nvSpPr>
        <p:spPr>
          <a:xfrm>
            <a:off x="677333" y="15958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Input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078E1-7873-3E89-8940-EE07547D0A7C}"/>
              </a:ext>
            </a:extLst>
          </p:cNvPr>
          <p:cNvSpPr txBox="1"/>
          <p:nvPr/>
        </p:nvSpPr>
        <p:spPr>
          <a:xfrm>
            <a:off x="677333" y="2260371"/>
            <a:ext cx="163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Input directory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004A7-50AA-4067-0AA2-21CDBF5BC406}"/>
              </a:ext>
            </a:extLst>
          </p:cNvPr>
          <p:cNvSpPr txBox="1"/>
          <p:nvPr/>
        </p:nvSpPr>
        <p:spPr>
          <a:xfrm>
            <a:off x="677333" y="2924890"/>
            <a:ext cx="1823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Output directory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B2F41-85AC-284B-EB63-C2759CD3647E}"/>
              </a:ext>
            </a:extLst>
          </p:cNvPr>
          <p:cNvSpPr txBox="1"/>
          <p:nvPr/>
        </p:nvSpPr>
        <p:spPr>
          <a:xfrm>
            <a:off x="677333" y="3589409"/>
            <a:ext cx="1754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Morphetic pitch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FFE53-8497-AD6C-3A2F-A9F479261134}"/>
              </a:ext>
            </a:extLst>
          </p:cNvPr>
          <p:cNvSpPr txBox="1"/>
          <p:nvPr/>
        </p:nvSpPr>
        <p:spPr>
          <a:xfrm>
            <a:off x="11222914" y="29652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Help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ED421-1880-B257-18F3-2CE4CEC4AD19}"/>
              </a:ext>
            </a:extLst>
          </p:cNvPr>
          <p:cNvSpPr txBox="1"/>
          <p:nvPr/>
        </p:nvSpPr>
        <p:spPr>
          <a:xfrm>
            <a:off x="677333" y="4918447"/>
            <a:ext cx="1532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MIREX format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A3BD65-3511-7666-69D5-F88382C7EF88}"/>
              </a:ext>
            </a:extLst>
          </p:cNvPr>
          <p:cNvGrpSpPr/>
          <p:nvPr/>
        </p:nvGrpSpPr>
        <p:grpSpPr>
          <a:xfrm>
            <a:off x="677333" y="5582966"/>
            <a:ext cx="4937481" cy="369332"/>
            <a:chOff x="677333" y="6052866"/>
            <a:chExt cx="4937481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5986FB-E5D7-E750-757F-23DC85B03F35}"/>
                </a:ext>
              </a:extLst>
            </p:cNvPr>
            <p:cNvSpPr txBox="1"/>
            <p:nvPr/>
          </p:nvSpPr>
          <p:spPr>
            <a:xfrm>
              <a:off x="677333" y="6052866"/>
              <a:ext cx="2331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Compactness trawler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311E09-FA1A-60AA-E19A-3963474D235A}"/>
                </a:ext>
              </a:extLst>
            </p:cNvPr>
            <p:cNvSpPr txBox="1"/>
            <p:nvPr/>
          </p:nvSpPr>
          <p:spPr>
            <a:xfrm>
              <a:off x="3296904" y="6052866"/>
              <a:ext cx="5768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CTA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8B2E8B-975F-D888-4506-12EC90C5B21A}"/>
                </a:ext>
              </a:extLst>
            </p:cNvPr>
            <p:cNvSpPr txBox="1"/>
            <p:nvPr/>
          </p:nvSpPr>
          <p:spPr>
            <a:xfrm>
              <a:off x="4682283" y="6052866"/>
              <a:ext cx="590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CTB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60D624-6A42-E9EA-80A9-8C68CA5E3F7F}"/>
                </a:ext>
              </a:extLst>
            </p:cNvPr>
            <p:cNvSpPr txBox="1"/>
            <p:nvPr/>
          </p:nvSpPr>
          <p:spPr>
            <a:xfrm>
              <a:off x="3873729" y="605286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0.67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5FD4D3-7A9D-D88D-2088-FAFDF356DD6D}"/>
                </a:ext>
              </a:extLst>
            </p:cNvPr>
            <p:cNvSpPr txBox="1"/>
            <p:nvPr/>
          </p:nvSpPr>
          <p:spPr>
            <a:xfrm>
              <a:off x="5306716" y="605286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2C1344-75C8-CA52-2C41-E76A51D60D3F}"/>
                </a:ext>
              </a:extLst>
            </p:cNvPr>
            <p:cNvSpPr txBox="1"/>
            <p:nvPr/>
          </p:nvSpPr>
          <p:spPr>
            <a:xfrm>
              <a:off x="2996658" y="605286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X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FDD89FE-C878-5AAF-0007-E09D08D532D1}"/>
              </a:ext>
            </a:extLst>
          </p:cNvPr>
          <p:cNvGrpSpPr/>
          <p:nvPr/>
        </p:nvGrpSpPr>
        <p:grpSpPr>
          <a:xfrm>
            <a:off x="677333" y="6247484"/>
            <a:ext cx="2651984" cy="369332"/>
            <a:chOff x="5842000" y="6247484"/>
            <a:chExt cx="2651984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FB9C35-4D3B-C3B1-FA89-62EBAEA6BA38}"/>
                </a:ext>
              </a:extLst>
            </p:cNvPr>
            <p:cNvSpPr txBox="1"/>
            <p:nvPr/>
          </p:nvSpPr>
          <p:spPr>
            <a:xfrm>
              <a:off x="5842000" y="6247484"/>
              <a:ext cx="1890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 super diagonals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9E293C-714D-D4DB-55E6-C1BC5BD80119}"/>
                </a:ext>
              </a:extLst>
            </p:cNvPr>
            <p:cNvSpPr txBox="1"/>
            <p:nvPr/>
          </p:nvSpPr>
          <p:spPr>
            <a:xfrm>
              <a:off x="8185886" y="62474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B17999-3703-0E47-2B4C-D8B8CA8CA05B}"/>
                </a:ext>
              </a:extLst>
            </p:cNvPr>
            <p:cNvSpPr txBox="1"/>
            <p:nvPr/>
          </p:nvSpPr>
          <p:spPr>
            <a:xfrm>
              <a:off x="7834344" y="62474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X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D9C6983-3A6C-5E3C-85DD-ECFA6DC35640}"/>
              </a:ext>
            </a:extLst>
          </p:cNvPr>
          <p:cNvSpPr txBox="1"/>
          <p:nvPr/>
        </p:nvSpPr>
        <p:spPr>
          <a:xfrm>
            <a:off x="6096000" y="928978"/>
            <a:ext cx="3196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Remove redundant translators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C4F47E-3919-7022-363D-7F0C9EFC0867}"/>
              </a:ext>
            </a:extLst>
          </p:cNvPr>
          <p:cNvSpPr txBox="1"/>
          <p:nvPr/>
        </p:nvSpPr>
        <p:spPr>
          <a:xfrm>
            <a:off x="9457053" y="9289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B50D20-BF7A-33EA-0A7F-4FA99C73AEFF}"/>
              </a:ext>
            </a:extLst>
          </p:cNvPr>
          <p:cNvSpPr txBox="1"/>
          <p:nvPr/>
        </p:nvSpPr>
        <p:spPr>
          <a:xfrm>
            <a:off x="5977054" y="1595852"/>
            <a:ext cx="2984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Minimum TEC compactness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E407B-64B6-AA54-D49F-EDC842C126FA}"/>
              </a:ext>
            </a:extLst>
          </p:cNvPr>
          <p:cNvSpPr txBox="1"/>
          <p:nvPr/>
        </p:nvSpPr>
        <p:spPr>
          <a:xfrm>
            <a:off x="9272707" y="159877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0.0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5254D1-A427-953A-89A3-505EF4E75A69}"/>
              </a:ext>
            </a:extLst>
          </p:cNvPr>
          <p:cNvSpPr txBox="1"/>
          <p:nvPr/>
        </p:nvSpPr>
        <p:spPr>
          <a:xfrm>
            <a:off x="5614814" y="2364059"/>
            <a:ext cx="2330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Minimum pattern size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A33FD5-2B04-14A9-6B08-4319428FE939}"/>
              </a:ext>
            </a:extLst>
          </p:cNvPr>
          <p:cNvSpPr txBox="1"/>
          <p:nvPr/>
        </p:nvSpPr>
        <p:spPr>
          <a:xfrm>
            <a:off x="8040029" y="236405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1F6423-0CEB-7964-4C56-6D71FEC6654D}"/>
              </a:ext>
            </a:extLst>
          </p:cNvPr>
          <p:cNvSpPr txBox="1"/>
          <p:nvPr/>
        </p:nvSpPr>
        <p:spPr>
          <a:xfrm>
            <a:off x="5865541" y="2924890"/>
            <a:ext cx="242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Maximum pattern size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B93A23-22BC-0A83-445C-447EB6F9C731}"/>
              </a:ext>
            </a:extLst>
          </p:cNvPr>
          <p:cNvSpPr txBox="1"/>
          <p:nvPr/>
        </p:nvSpPr>
        <p:spPr>
          <a:xfrm>
            <a:off x="8348127" y="29248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9898AD-E2B3-560F-111C-13420E896BFF}"/>
              </a:ext>
            </a:extLst>
          </p:cNvPr>
          <p:cNvSpPr txBox="1"/>
          <p:nvPr/>
        </p:nvSpPr>
        <p:spPr>
          <a:xfrm>
            <a:off x="5742878" y="3668751"/>
            <a:ext cx="1350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Merge TECs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BDD210-E09C-2C7A-0ED6-88C17C901968}"/>
              </a:ext>
            </a:extLst>
          </p:cNvPr>
          <p:cNvSpPr txBox="1"/>
          <p:nvPr/>
        </p:nvSpPr>
        <p:spPr>
          <a:xfrm>
            <a:off x="7312836" y="366875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FDE572-5C74-719A-42AE-B72FFED737BF}"/>
              </a:ext>
            </a:extLst>
          </p:cNvPr>
          <p:cNvSpPr txBox="1"/>
          <p:nvPr/>
        </p:nvSpPr>
        <p:spPr>
          <a:xfrm>
            <a:off x="5614814" y="4427034"/>
            <a:ext cx="2245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Minimum match size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8D76D4-4629-A7C5-D449-B0F5058B5AFE}"/>
              </a:ext>
            </a:extLst>
          </p:cNvPr>
          <p:cNvSpPr txBox="1"/>
          <p:nvPr/>
        </p:nvSpPr>
        <p:spPr>
          <a:xfrm>
            <a:off x="8040029" y="44270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4DBE4D-D7A8-9904-F7B7-A747B96F025E}"/>
              </a:ext>
            </a:extLst>
          </p:cNvPr>
          <p:cNvSpPr txBox="1"/>
          <p:nvPr/>
        </p:nvSpPr>
        <p:spPr>
          <a:xfrm>
            <a:off x="5742878" y="4038083"/>
            <a:ext cx="2228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Number of iterations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80FC96-EF4A-B1C0-43D7-ED7F03C687BB}"/>
              </a:ext>
            </a:extLst>
          </p:cNvPr>
          <p:cNvSpPr txBox="1"/>
          <p:nvPr/>
        </p:nvSpPr>
        <p:spPr>
          <a:xfrm>
            <a:off x="8040029" y="403808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CBD1E9-5FBE-0093-671D-D6E3AC00965D}"/>
              </a:ext>
            </a:extLst>
          </p:cNvPr>
          <p:cNvSpPr txBox="1"/>
          <p:nvPr/>
        </p:nvSpPr>
        <p:spPr>
          <a:xfrm>
            <a:off x="5742878" y="4918447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Omit channel 10</a:t>
            </a:r>
          </a:p>
        </p:txBody>
      </p:sp>
    </p:spTree>
    <p:extLst>
      <p:ext uri="{BB962C8B-B14F-4D97-AF65-F5344CB8AC3E}">
        <p14:creationId xmlns:p14="http://schemas.microsoft.com/office/powerpoint/2010/main" val="457933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55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Meredith</dc:creator>
  <cp:lastModifiedBy>David Meredith</cp:lastModifiedBy>
  <cp:revision>2</cp:revision>
  <dcterms:created xsi:type="dcterms:W3CDTF">2025-06-19T20:15:38Z</dcterms:created>
  <dcterms:modified xsi:type="dcterms:W3CDTF">2025-06-20T21:59:25Z</dcterms:modified>
</cp:coreProperties>
</file>